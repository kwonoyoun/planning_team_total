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D3D4"/>
    <a:srgbClr val="2D8183"/>
    <a:srgbClr val="910C07"/>
    <a:srgbClr val="F48153"/>
    <a:srgbClr val="E0EAEC"/>
    <a:srgbClr val="FF9966"/>
    <a:srgbClr val="B4E5A2"/>
    <a:srgbClr val="C04F15"/>
    <a:srgbClr val="F6C6AD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4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B562E-1849-4398-BC64-71188A5B56D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D6FEB-BF86-457B-A698-5B54C4E7F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79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D6FEB-BF86-457B-A698-5B54C4E7F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56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24E04-455A-F346-077F-75475C24C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E9AB41-46FF-92C2-20AD-88A4F9BF9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B0A07-FC65-FE6A-DF40-ED346737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CE693-7C84-A0E7-2ECB-F30950C9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C4B9E0-8C13-C998-56DB-A52193F0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81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BB883-FF0F-AFC7-6B85-1569E8FCA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8A2504-C8EB-A21E-2D39-BAA6D9A51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43EEFD-BC3A-CF35-E09E-2D17D623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A836DB-3B12-7884-4FC1-9461873C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38937-291C-4E6D-AAA7-3A32B2E5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10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4CAF1-C4A6-DDEA-2D02-AF6E835B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C83D4C-7075-E200-86B3-894132C65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1D8986-B046-91FD-BDC7-CF0D35C3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78757-18E4-02C1-EFD0-8E6000B5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D54A3C-228D-D193-BC27-716EB4E0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95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B7933-B7D8-B6A0-B99C-23D7DF72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DEFF55-86C9-1BAD-80D7-D6E63AB8A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58C003-1B5E-467A-68E6-65DB45B7D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55433F-3BA9-EA1F-CF76-C2F1CF85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7F1E36-CA69-6964-3384-A2BAC623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FC1534-C2A0-8CF5-D91C-6BF2E587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79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B8090-5396-411F-821D-8D1C28E5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61B80A-B7F1-5927-D96B-E3E22BE99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ABCB1E-2F11-4C39-4492-CD812FB1C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AD7FCE-01FC-AB32-E135-1537F4CCE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E90D10-EE8D-D11C-A77E-C773AC6EB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9086F4-A6CE-B98B-B50F-EF2BB6B2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24BB275-F8D7-0475-7EAF-8F5F9739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021D2D-ACE0-6EAA-9BDE-0CE6ABBD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94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12778-9104-FB32-87EC-78C97A85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557E3E-9773-1EC6-6C2C-800C0455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1EE836-88DE-3246-1E47-25336E37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94D3B8-BE36-D438-6744-C982D9BA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80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BF3ECF-AA92-2778-D19B-B959684F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793423-5B18-E286-D17E-B742A424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59142B-211F-2706-34C7-3B957E09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51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E3A49-76E6-A424-3C79-C81E1EDE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DF41D-668A-3502-CEBD-CE51C2787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E16A68-677F-F666-4EEA-4AD67AD21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EAD270-6E10-4345-4038-CD0DD76D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75AD6E-1AC1-9606-7732-0A3DDD35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50A09A-C0A6-A20D-CF42-EDF04DFF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33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76613-F559-A43E-839B-1E17D17E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1CDBB9-6872-841B-1635-63DD7F79D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CAF5E2-A6C2-933E-9D22-B090F3416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13A00F-BF9F-EDA5-A7BE-61CBD45B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B031B-E90F-5543-7CF1-E02D8E57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6241D5-D5F7-5D06-AFAE-93DD7EDF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09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F34B0-31BF-F81E-E4A3-97F22E6D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51CBEC-9490-F9EE-6A21-913EACA15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1FBFC-4620-2F89-BA51-F5E67088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10A20-838D-093F-25E7-F0A34AAC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749EF-5310-4676-9BAD-9A5CB5F7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26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9DD0BE-F10B-8817-451F-85C1EB292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9750BF-FCC5-5691-DC8D-22BC47185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5CA21-CFB1-C9E8-6FDD-84F9ADA2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B2447C-43E1-3EAD-F46A-C4E45F5C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4F685C-C498-D1B8-4B30-08671DC8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10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3AF75-0490-402C-B14E-9B9C0AA3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0E3CE2-682B-AFFF-84D1-688E22D06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2583A5-E1BF-93D0-B795-3E5866AC7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74091-A37E-4D2A-B05B-403FDCDC7E90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BDA58B-DF93-D376-BB7E-F48241AE6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0BC50-0A12-3A00-B30E-26B33D383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55D6C-4467-4FC8-89F6-FAA27BB0B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79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7F8192E-4259-7E4B-A96B-7E05DEAE24E1}"/>
              </a:ext>
            </a:extLst>
          </p:cNvPr>
          <p:cNvSpPr/>
          <p:nvPr/>
        </p:nvSpPr>
        <p:spPr>
          <a:xfrm>
            <a:off x="1036675" y="538413"/>
            <a:ext cx="10903687" cy="974639"/>
          </a:xfrm>
          <a:prstGeom prst="rect">
            <a:avLst/>
          </a:prstGeom>
          <a:ln>
            <a:solidFill>
              <a:srgbClr val="910C0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(</a:t>
            </a:r>
            <a:r>
              <a:rPr lang="ko-KR" altLang="en-US" sz="2000" dirty="0"/>
              <a:t>사업명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55E362-6FA8-12AE-B60A-6C0E7CA1513D}"/>
              </a:ext>
            </a:extLst>
          </p:cNvPr>
          <p:cNvSpPr/>
          <p:nvPr/>
        </p:nvSpPr>
        <p:spPr>
          <a:xfrm>
            <a:off x="106549" y="538414"/>
            <a:ext cx="730129" cy="974639"/>
          </a:xfrm>
          <a:prstGeom prst="rect">
            <a:avLst/>
          </a:prstGeom>
          <a:solidFill>
            <a:srgbClr val="910C07"/>
          </a:solidFill>
          <a:ln>
            <a:solidFill>
              <a:srgbClr val="910C0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사업명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6CAE40-0756-DA7D-09FA-93338579F39E}"/>
              </a:ext>
            </a:extLst>
          </p:cNvPr>
          <p:cNvSpPr/>
          <p:nvPr/>
        </p:nvSpPr>
        <p:spPr>
          <a:xfrm>
            <a:off x="1036675" y="1989722"/>
            <a:ext cx="10903687" cy="974639"/>
          </a:xfrm>
          <a:prstGeom prst="rect">
            <a:avLst/>
          </a:prstGeom>
          <a:ln>
            <a:solidFill>
              <a:srgbClr val="F481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사업목표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78A984-4EF1-ADC5-BD98-34C15052256A}"/>
              </a:ext>
            </a:extLst>
          </p:cNvPr>
          <p:cNvSpPr/>
          <p:nvPr/>
        </p:nvSpPr>
        <p:spPr>
          <a:xfrm>
            <a:off x="1036675" y="3833109"/>
            <a:ext cx="2088000" cy="974639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사업주장</a:t>
            </a:r>
            <a:r>
              <a:rPr lang="en-US" altLang="ko-KR" sz="1200" dirty="0"/>
              <a:t>1)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195EE9-1357-3130-E89F-9B2487A4B791}"/>
              </a:ext>
            </a:extLst>
          </p:cNvPr>
          <p:cNvSpPr/>
          <p:nvPr/>
        </p:nvSpPr>
        <p:spPr>
          <a:xfrm>
            <a:off x="1036675" y="3480949"/>
            <a:ext cx="2088000" cy="352160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사업내용</a:t>
            </a:r>
            <a:r>
              <a:rPr lang="en-US" altLang="ko-KR" sz="1200" dirty="0"/>
              <a:t>1)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9BD8FB-65D3-7552-5CB8-27614E861F28}"/>
              </a:ext>
            </a:extLst>
          </p:cNvPr>
          <p:cNvSpPr/>
          <p:nvPr/>
        </p:nvSpPr>
        <p:spPr>
          <a:xfrm>
            <a:off x="1036675" y="4878015"/>
            <a:ext cx="2088000" cy="1870277"/>
          </a:xfrm>
          <a:prstGeom prst="rect">
            <a:avLst/>
          </a:prstGeom>
          <a:ln>
            <a:solidFill>
              <a:srgbClr val="83D3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사업근거</a:t>
            </a:r>
            <a:r>
              <a:rPr lang="en-US" altLang="ko-KR" sz="1200" dirty="0"/>
              <a:t>1)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3E2252-63D6-C977-0607-DE319BDB0903}"/>
              </a:ext>
            </a:extLst>
          </p:cNvPr>
          <p:cNvSpPr txBox="1"/>
          <p:nvPr/>
        </p:nvSpPr>
        <p:spPr>
          <a:xfrm>
            <a:off x="8334152" y="225682"/>
            <a:ext cx="3606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사업예산 </a:t>
            </a:r>
            <a:r>
              <a:rPr lang="en-US" altLang="ko-KR" sz="1200" dirty="0"/>
              <a:t>: 5</a:t>
            </a:r>
            <a:r>
              <a:rPr lang="ko-KR" altLang="en-US" sz="1200" dirty="0"/>
              <a:t>년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300</a:t>
            </a:r>
            <a:r>
              <a:rPr lang="ko-KR" altLang="en-US" sz="1200" dirty="0"/>
              <a:t>억</a:t>
            </a:r>
            <a:r>
              <a:rPr lang="en-US" altLang="ko-KR" sz="1200" dirty="0"/>
              <a:t>(</a:t>
            </a:r>
            <a:r>
              <a:rPr lang="ko-KR" altLang="en-US" sz="1200" dirty="0"/>
              <a:t>국비 </a:t>
            </a:r>
            <a:r>
              <a:rPr lang="en-US" altLang="ko-KR" sz="1200" dirty="0"/>
              <a:t>150</a:t>
            </a:r>
            <a:r>
              <a:rPr lang="ko-KR" altLang="en-US" sz="1200" dirty="0"/>
              <a:t>억 </a:t>
            </a:r>
            <a:r>
              <a:rPr lang="en-US" altLang="ko-KR" sz="1200" dirty="0"/>
              <a:t>+ </a:t>
            </a:r>
            <a:r>
              <a:rPr lang="ko-KR" altLang="en-US" sz="1200" dirty="0"/>
              <a:t>지방비 </a:t>
            </a:r>
            <a:r>
              <a:rPr lang="en-US" altLang="ko-KR" sz="1200" dirty="0"/>
              <a:t>150</a:t>
            </a:r>
            <a:r>
              <a:rPr lang="ko-KR" altLang="en-US" sz="1200" dirty="0"/>
              <a:t>억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FF63AD-CFD7-729B-13CB-6BAAE070389B}"/>
              </a:ext>
            </a:extLst>
          </p:cNvPr>
          <p:cNvSpPr/>
          <p:nvPr/>
        </p:nvSpPr>
        <p:spPr>
          <a:xfrm>
            <a:off x="106549" y="5340956"/>
            <a:ext cx="730129" cy="974639"/>
          </a:xfrm>
          <a:prstGeom prst="rect">
            <a:avLst/>
          </a:prstGeom>
          <a:solidFill>
            <a:srgbClr val="83D3D4"/>
          </a:solidFill>
          <a:ln>
            <a:solidFill>
              <a:srgbClr val="83D3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핵심 과제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D9ED0E-3390-0E65-9F9B-7F17F15C7CFA}"/>
              </a:ext>
            </a:extLst>
          </p:cNvPr>
          <p:cNvSpPr/>
          <p:nvPr/>
        </p:nvSpPr>
        <p:spPr>
          <a:xfrm>
            <a:off x="3250998" y="3837269"/>
            <a:ext cx="2088000" cy="974639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사업주장</a:t>
            </a:r>
            <a:r>
              <a:rPr lang="en-US" altLang="ko-KR" sz="1200" dirty="0"/>
              <a:t>2)</a:t>
            </a:r>
            <a:endParaRPr lang="ko-KR" altLang="en-US" sz="12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4A2FF0C-1CCE-5F80-CABF-DFDC533EC38D}"/>
              </a:ext>
            </a:extLst>
          </p:cNvPr>
          <p:cNvSpPr/>
          <p:nvPr/>
        </p:nvSpPr>
        <p:spPr>
          <a:xfrm>
            <a:off x="3250998" y="3485109"/>
            <a:ext cx="2088000" cy="352160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사업내용</a:t>
            </a:r>
            <a:r>
              <a:rPr lang="en-US" altLang="ko-KR" sz="1200" dirty="0"/>
              <a:t>2)</a:t>
            </a:r>
            <a:endParaRPr lang="ko-KR" alt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A0342CA-81BD-60BD-B543-49F11D09D794}"/>
              </a:ext>
            </a:extLst>
          </p:cNvPr>
          <p:cNvSpPr/>
          <p:nvPr/>
        </p:nvSpPr>
        <p:spPr>
          <a:xfrm>
            <a:off x="3250998" y="4882175"/>
            <a:ext cx="2088000" cy="1870277"/>
          </a:xfrm>
          <a:prstGeom prst="rect">
            <a:avLst/>
          </a:prstGeom>
          <a:ln>
            <a:solidFill>
              <a:srgbClr val="83D3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사업근거</a:t>
            </a:r>
            <a:r>
              <a:rPr lang="en-US" altLang="ko-KR" sz="1200" dirty="0"/>
              <a:t>2)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56C6CD-3112-A468-59E5-5702D803AC7A}"/>
              </a:ext>
            </a:extLst>
          </p:cNvPr>
          <p:cNvSpPr/>
          <p:nvPr/>
        </p:nvSpPr>
        <p:spPr>
          <a:xfrm>
            <a:off x="5444518" y="3833109"/>
            <a:ext cx="2088000" cy="974639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사업주장</a:t>
            </a:r>
            <a:r>
              <a:rPr lang="en-US" altLang="ko-KR" sz="1200" dirty="0"/>
              <a:t>3)</a:t>
            </a:r>
            <a:endParaRPr lang="ko-KR" altLang="en-US" sz="12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96410F-B430-97D6-352A-EB0C6EE413D7}"/>
              </a:ext>
            </a:extLst>
          </p:cNvPr>
          <p:cNvSpPr/>
          <p:nvPr/>
        </p:nvSpPr>
        <p:spPr>
          <a:xfrm>
            <a:off x="5444518" y="3480949"/>
            <a:ext cx="2088000" cy="352160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사업내용</a:t>
            </a:r>
            <a:r>
              <a:rPr lang="en-US" altLang="ko-KR" sz="1200" dirty="0"/>
              <a:t>3)</a:t>
            </a:r>
            <a:endParaRPr lang="ko-KR" altLang="en-US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2F4A21-B4B6-A1B6-72AE-DABE2E95BADC}"/>
              </a:ext>
            </a:extLst>
          </p:cNvPr>
          <p:cNvSpPr/>
          <p:nvPr/>
        </p:nvSpPr>
        <p:spPr>
          <a:xfrm>
            <a:off x="5444518" y="4878015"/>
            <a:ext cx="2088000" cy="1870277"/>
          </a:xfrm>
          <a:prstGeom prst="rect">
            <a:avLst/>
          </a:prstGeom>
          <a:ln>
            <a:solidFill>
              <a:srgbClr val="83D3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사업근거</a:t>
            </a:r>
            <a:r>
              <a:rPr lang="en-US" altLang="ko-KR" sz="1200" dirty="0"/>
              <a:t>3)</a:t>
            </a:r>
            <a:endParaRPr lang="ko-KR" altLang="en-US" sz="12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729AC45-DE50-BB39-B487-22242CEB701C}"/>
              </a:ext>
            </a:extLst>
          </p:cNvPr>
          <p:cNvSpPr/>
          <p:nvPr/>
        </p:nvSpPr>
        <p:spPr>
          <a:xfrm>
            <a:off x="7658841" y="3841429"/>
            <a:ext cx="2088000" cy="974639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사업주장</a:t>
            </a:r>
            <a:r>
              <a:rPr lang="en-US" altLang="ko-KR" sz="1200" dirty="0"/>
              <a:t>4)</a:t>
            </a:r>
            <a:endParaRPr lang="ko-KR" altLang="en-US" sz="12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568C08-128A-936F-CF89-9A6C64FBFEF4}"/>
              </a:ext>
            </a:extLst>
          </p:cNvPr>
          <p:cNvSpPr/>
          <p:nvPr/>
        </p:nvSpPr>
        <p:spPr>
          <a:xfrm>
            <a:off x="7658841" y="3489269"/>
            <a:ext cx="2088000" cy="352160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사업내용</a:t>
            </a:r>
            <a:r>
              <a:rPr lang="en-US" altLang="ko-KR" sz="1200" dirty="0"/>
              <a:t>4)</a:t>
            </a:r>
            <a:endParaRPr lang="ko-KR" altLang="en-US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2E927CC-66E1-6BD3-983D-9188D50556C0}"/>
              </a:ext>
            </a:extLst>
          </p:cNvPr>
          <p:cNvSpPr/>
          <p:nvPr/>
        </p:nvSpPr>
        <p:spPr>
          <a:xfrm>
            <a:off x="7658841" y="4886335"/>
            <a:ext cx="2088000" cy="1870277"/>
          </a:xfrm>
          <a:prstGeom prst="rect">
            <a:avLst/>
          </a:prstGeom>
          <a:ln>
            <a:solidFill>
              <a:srgbClr val="83D3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사업근거</a:t>
            </a:r>
            <a:r>
              <a:rPr lang="en-US" altLang="ko-KR" sz="1200" dirty="0"/>
              <a:t>4)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6C6C554-A0AF-126F-950B-77A143E8B336}"/>
              </a:ext>
            </a:extLst>
          </p:cNvPr>
          <p:cNvSpPr/>
          <p:nvPr/>
        </p:nvSpPr>
        <p:spPr>
          <a:xfrm>
            <a:off x="9852362" y="3837269"/>
            <a:ext cx="2088000" cy="974639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사업주장</a:t>
            </a:r>
            <a:r>
              <a:rPr lang="en-US" altLang="ko-KR" sz="1200" dirty="0"/>
              <a:t>5)</a:t>
            </a:r>
            <a:endParaRPr lang="ko-KR" altLang="en-US" sz="12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12F93B-4845-1C79-BD7C-97B29E7AA6B2}"/>
              </a:ext>
            </a:extLst>
          </p:cNvPr>
          <p:cNvSpPr/>
          <p:nvPr/>
        </p:nvSpPr>
        <p:spPr>
          <a:xfrm>
            <a:off x="9852362" y="3485109"/>
            <a:ext cx="2088000" cy="352160"/>
          </a:xfrm>
          <a:prstGeom prst="rect">
            <a:avLst/>
          </a:prstGeom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사업내용</a:t>
            </a:r>
            <a:r>
              <a:rPr lang="en-US" altLang="ko-KR" sz="1200" dirty="0"/>
              <a:t>5)</a:t>
            </a:r>
            <a:endParaRPr lang="ko-KR" altLang="en-US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74713D-3EC9-C8C3-EEBC-E6CD8F1A86FB}"/>
              </a:ext>
            </a:extLst>
          </p:cNvPr>
          <p:cNvSpPr/>
          <p:nvPr/>
        </p:nvSpPr>
        <p:spPr>
          <a:xfrm>
            <a:off x="9852362" y="4882175"/>
            <a:ext cx="2088000" cy="1870277"/>
          </a:xfrm>
          <a:prstGeom prst="rect">
            <a:avLst/>
          </a:prstGeom>
          <a:ln>
            <a:solidFill>
              <a:srgbClr val="83D3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(</a:t>
            </a:r>
            <a:r>
              <a:rPr lang="ko-KR" altLang="en-US" sz="1200"/>
              <a:t>사업근거</a:t>
            </a:r>
            <a:r>
              <a:rPr lang="en-US" altLang="ko-KR" sz="1200" dirty="0"/>
              <a:t>5)</a:t>
            </a:r>
            <a:endParaRPr lang="ko-KR" alt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5E9815-28E5-93B1-B2B1-E25E58A4AB71}"/>
              </a:ext>
            </a:extLst>
          </p:cNvPr>
          <p:cNvSpPr txBox="1"/>
          <p:nvPr/>
        </p:nvSpPr>
        <p:spPr>
          <a:xfrm>
            <a:off x="106549" y="76068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사업 개요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42" name="화살표: 아래쪽 41">
            <a:extLst>
              <a:ext uri="{FF2B5EF4-FFF2-40B4-BE49-F238E27FC236}">
                <a16:creationId xmlns:a16="http://schemas.microsoft.com/office/drawing/2014/main" id="{C0996EA5-D464-E24D-757B-C4993A92FBE5}"/>
              </a:ext>
            </a:extLst>
          </p:cNvPr>
          <p:cNvSpPr/>
          <p:nvPr/>
        </p:nvSpPr>
        <p:spPr>
          <a:xfrm>
            <a:off x="5891752" y="3028161"/>
            <a:ext cx="1193532" cy="348890"/>
          </a:xfrm>
          <a:prstGeom prst="downArrow">
            <a:avLst>
              <a:gd name="adj1" fmla="val 100000"/>
              <a:gd name="adj2" fmla="val 52839"/>
            </a:avLst>
          </a:prstGeom>
          <a:solidFill>
            <a:schemeClr val="bg1"/>
          </a:solidFill>
          <a:ln>
            <a:solidFill>
              <a:srgbClr val="F481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D2447ED6-88EC-D210-1FFC-0A53B4F1DDBB}"/>
              </a:ext>
            </a:extLst>
          </p:cNvPr>
          <p:cNvSpPr/>
          <p:nvPr/>
        </p:nvSpPr>
        <p:spPr>
          <a:xfrm>
            <a:off x="5891752" y="1576852"/>
            <a:ext cx="1193532" cy="341407"/>
          </a:xfrm>
          <a:prstGeom prst="downArrow">
            <a:avLst>
              <a:gd name="adj1" fmla="val 100000"/>
              <a:gd name="adj2" fmla="val 48701"/>
            </a:avLst>
          </a:prstGeom>
          <a:solidFill>
            <a:schemeClr val="bg1"/>
          </a:solidFill>
          <a:ln>
            <a:solidFill>
              <a:srgbClr val="910C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E8F6BA-A31A-B6E2-F7F0-FCB7F1D69AA5}"/>
              </a:ext>
            </a:extLst>
          </p:cNvPr>
          <p:cNvSpPr/>
          <p:nvPr/>
        </p:nvSpPr>
        <p:spPr>
          <a:xfrm>
            <a:off x="106549" y="3698091"/>
            <a:ext cx="730129" cy="974639"/>
          </a:xfrm>
          <a:prstGeom prst="rect">
            <a:avLst/>
          </a:prstGeom>
          <a:solidFill>
            <a:srgbClr val="2D8183"/>
          </a:solidFill>
          <a:ln>
            <a:solidFill>
              <a:srgbClr val="2D818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사업 내용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C62E11-77A9-DAA4-82EB-48904A89D672}"/>
              </a:ext>
            </a:extLst>
          </p:cNvPr>
          <p:cNvSpPr/>
          <p:nvPr/>
        </p:nvSpPr>
        <p:spPr>
          <a:xfrm>
            <a:off x="106549" y="1991410"/>
            <a:ext cx="730129" cy="974639"/>
          </a:xfrm>
          <a:prstGeom prst="rect">
            <a:avLst/>
          </a:prstGeom>
          <a:solidFill>
            <a:srgbClr val="F48153"/>
          </a:solidFill>
          <a:ln>
            <a:solidFill>
              <a:srgbClr val="F481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사업 목표</a:t>
            </a:r>
          </a:p>
        </p:txBody>
      </p:sp>
    </p:spTree>
    <p:extLst>
      <p:ext uri="{BB962C8B-B14F-4D97-AF65-F5344CB8AC3E}">
        <p14:creationId xmlns:p14="http://schemas.microsoft.com/office/powerpoint/2010/main" val="802622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94</Words>
  <Application>Microsoft Office PowerPoint</Application>
  <PresentationFormat>와이드스크린</PresentationFormat>
  <Paragraphs>24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기획본부안세기</dc:creator>
  <cp:lastModifiedBy>기획본부안세기</cp:lastModifiedBy>
  <cp:revision>12</cp:revision>
  <dcterms:created xsi:type="dcterms:W3CDTF">2025-12-08T07:17:19Z</dcterms:created>
  <dcterms:modified xsi:type="dcterms:W3CDTF">2025-12-16T06:06:38Z</dcterms:modified>
</cp:coreProperties>
</file>